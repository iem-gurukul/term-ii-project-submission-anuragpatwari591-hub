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9EE63-911E-4869-6A89-CA5360E0CB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D4E256-114B-7893-FE0E-4030855982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55E5F-C322-3948-ED07-5CBC34549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4F1D-9B3E-4C00-9AE0-F88F5459323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0735B-88FB-B0B5-58D5-B8EDFEFE2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09BFA-9CAD-A788-023C-E71D69FEF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C252-37D5-4691-A1BC-B259DACB33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3933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7570A-5919-CA3F-28EE-3D2480681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FD3D9-A360-2410-CF17-C28B3FFEB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F15A2-E4F0-FAEE-568F-D4249DE97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4F1D-9B3E-4C00-9AE0-F88F5459323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DF2E2-9CC1-CEBA-219E-B7C1804DC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80501-D64B-C008-7040-6AAAF9F15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C252-37D5-4691-A1BC-B259DACB33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1586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6B438-A624-386B-104E-AE9576A1F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99110-B7D2-65C0-8925-030885FC4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DACF9-2AB1-48D4-B824-F522D038A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4F1D-9B3E-4C00-9AE0-F88F5459323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C232A-9C4E-A22A-060B-60B53B349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FF7A4-ADE7-C37B-CB10-20683BF39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C252-37D5-4691-A1BC-B259DACB33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8015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85425-8027-0EC8-CE89-90DD50EC8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277AF-3AC6-F537-F581-84CA1FC19F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77924-CE75-6D5D-97CB-63054469E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97A203-6A58-AE76-82E7-4124EAB17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4F1D-9B3E-4C00-9AE0-F88F5459323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0B3C4-BF16-CD26-E2B7-4050F69DC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CB1BE-2170-89E4-FB5C-AAADC01F0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C252-37D5-4691-A1BC-B259DACB33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6482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D9F9-8D47-8DDF-D478-0A92E04CA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873D5D-24A6-5F66-D4E1-76A228345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0F159A-4749-41F7-6429-A7732584A7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CD4202-B339-1E6F-BD92-5212C6DEDF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D8520D-355F-7155-7AD0-07404F5476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AEF4F7-466E-C925-D707-E4396E4C6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4F1D-9B3E-4C00-9AE0-F88F5459323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CE2822-77DA-F815-C610-AD066555B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114584-E603-1C1C-F5D9-3A6AF58B2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C252-37D5-4691-A1BC-B259DACB33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3189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A6B05-20B5-97D1-EF6A-E15C600EF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6AFB4A-1DF4-FAC4-FCA3-402CCBFB7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4F1D-9B3E-4C00-9AE0-F88F5459323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28EF72-5557-6D76-7E7F-D0CFC21A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E7AA65-58CD-D336-6EF4-6DAC4B48C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C252-37D5-4691-A1BC-B259DACB33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0879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E8051-26B7-00AC-3FB7-3E7E1AE65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4F1D-9B3E-4C00-9AE0-F88F5459323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E9D648-769E-1742-D259-7CE60D76A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3D61B-B018-1BAF-C664-E33FAB7D0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C252-37D5-4691-A1BC-B259DACB33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4149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7B5EA-3774-020A-3F80-6B56DC8BF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C7CFC-0795-1E4C-E3A8-EECAA6D29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99A2B7-EA9D-2B14-0C25-F4DE53DE1A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77C48D-C446-D19C-1AE8-77725295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4F1D-9B3E-4C00-9AE0-F88F5459323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427A8-D3B6-B7A9-28AF-65DD2740D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40014A-CD87-ED1A-97F4-F87EA6172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C252-37D5-4691-A1BC-B259DACB33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5182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A3B2B-D7BE-1E7F-0B2C-3568663E6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9C6B48-B35E-9938-B0FC-57001CE0EA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537F0-B035-4F3D-90E7-A679B2A0B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6BB393-64DE-5637-51FF-763AA1DBA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4F1D-9B3E-4C00-9AE0-F88F5459323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4DD3EF-21FA-4031-32BE-33F4560BB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08F30A-5333-8B75-6A59-3AD6873BD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C252-37D5-4691-A1BC-B259DACB33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2871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F47A0-1E63-BFC9-F1A7-C7FBDEF61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4803D9-26CC-A5AA-B0CC-ECF00F23D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54E62-CA1E-D80D-39E6-99174AE8A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4F1D-9B3E-4C00-9AE0-F88F5459323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064B3-F082-AC52-3EAE-FDA34B281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6A3FA-5FC4-6973-8E70-BF18594CB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C252-37D5-4691-A1BC-B259DACB33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0988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8B9665-2533-9187-ED0C-6D90351722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AED32B-A0CF-14FB-31A1-3A59D18A1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4B04E-127E-60A6-1A84-751BFAFCC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4F1D-9B3E-4C00-9AE0-F88F5459323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C6430-BDB7-46B4-FB2C-8E6F18187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370B7-A595-C668-E7E8-8DDA75D9C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C252-37D5-4691-A1BC-B259DACB33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8781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179EB3-617A-3336-C052-192F9788D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5583C-EA8F-9F04-9F8F-A95F5B377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06881-42DD-51DE-66DF-2F591F3250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9D4F1D-9B3E-4C00-9AE0-F88F5459323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1EA28-9F5B-0BE3-CB46-5738912B78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49287-5DB9-E1F0-9F6C-CF9C44EFB6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F5C252-37D5-4691-A1BC-B259DACB33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671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FBBCE-4DBA-A95C-D269-BE30DB7735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E90E85-4FE3-62EE-790F-178449E3BE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A38F95-6C77-0399-E9EC-878480601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1D10B2-BD88-D3B5-DC38-C0842AB25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60435"/>
            <a:ext cx="12192000" cy="39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1152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96E08-392F-6A83-C2D4-43894482B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0542C-0F24-F784-4713-5403C641C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5506F1-C507-234B-32C1-02399818D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3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5112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7C582-2145-D7CB-2BEA-534595ABF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845D3-DBB2-A719-7E95-592B2BCF7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31AA2A-F81E-CB5C-E6AB-9F390060A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1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8717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EABEA-A2B1-2220-AC96-5391214C0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9DEFA-FFE6-FD9B-F179-53DC3AFAF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442F77-40D4-B56B-C9FA-E1A5F10AD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44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6009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70365-566C-6A36-1850-0B70FCB0E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AB277-D236-E357-830A-A634EA34B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236E16-08FC-85B1-73FD-021D51852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28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5672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Anurag Patwari</dc:creator>
  <cp:lastModifiedBy>Anurag Patwari</cp:lastModifiedBy>
  <cp:revision>1</cp:revision>
  <dcterms:created xsi:type="dcterms:W3CDTF">2026-03-28T11:18:55Z</dcterms:created>
  <dcterms:modified xsi:type="dcterms:W3CDTF">2026-03-28T11:19:09Z</dcterms:modified>
</cp:coreProperties>
</file>